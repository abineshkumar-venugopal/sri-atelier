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75" r:id="rId8"/>
    <p:sldId id="261" r:id="rId9"/>
    <p:sldId id="262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64" r:id="rId18"/>
    <p:sldId id="271" r:id="rId19"/>
    <p:sldId id="272" r:id="rId20"/>
    <p:sldId id="273" r:id="rId21"/>
    <p:sldId id="281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18892-1617-484F-8EE9-99665B512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70BFB0-6AB7-41FA-9939-DD432161D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99F4F-8113-406F-8FB5-212DAFAF0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70454-D0FC-4C8D-95A7-35E81A6C8CA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0F06E7-E286-4455-AADF-BC203DC78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DBA61-A3D4-4572-AB62-523B63F1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5AD95-92CF-47EF-8BF0-24E26C7B1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2247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67160-4B25-41DD-966A-46BD6492C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17D68-9BA9-40E9-93F4-2AA7F140C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54989-FB63-4326-A1FE-A41B699D6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70454-D0FC-4C8D-95A7-35E81A6C8CA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7A846-CF84-43DD-99CF-7C4316424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907E4-48B3-4BA5-A0BB-31C375CF0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5AD95-92CF-47EF-8BF0-24E26C7B1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86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D704-C6A2-4881-B433-AA3C9AB03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C5D808-A1B7-4864-AE67-3A08680A04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18BFF-1AE6-461C-8DBC-ACB65E4B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70454-D0FC-4C8D-95A7-35E81A6C8CA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D28F09-C63A-489B-8507-3659D87B1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51F9E8-618F-47D2-80B7-948316F59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5AD95-92CF-47EF-8BF0-24E26C7B1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6227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D6DC1-EBFA-4F63-B23B-BF4EE1A574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353B24-679E-47D3-BAEE-456D7889AC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88127-2B27-4641-B344-977D44C2E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57DECB-3BA3-4F83-AECD-B340ECDE4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70454-D0FC-4C8D-95A7-35E81A6C8CA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93F79-DC2E-4E80-91D7-251A48CA4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5440B-0B4F-4423-B187-5224D4673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5AD95-92CF-47EF-8BF0-24E26C7B1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53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61592-835C-4F2F-9AEF-B0585C3E8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AFCFEF-EC53-4C9B-9F2D-B1A4EBC18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D8914-21F8-43A4-88E2-0BB43C22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6988B9-F989-41CD-B205-D0A637DED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B8D78-729A-4F75-A86B-5A55183169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A4B7F-2221-4ED6-9DFC-F8226B894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70454-D0FC-4C8D-95A7-35E81A6C8CA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226AE0-26D1-4880-838B-FADBE8892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D5CE-4CA9-465A-B3F1-721640B98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5AD95-92CF-47EF-8BF0-24E26C7B1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610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2A215-5351-432A-9060-B027AC5F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FC15D2-A25C-4169-9F32-468E3AAD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70454-D0FC-4C8D-95A7-35E81A6C8CA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576133-65E5-45F3-8B87-F6D4A113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2E983-EC2B-444A-836F-F5A894231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5AD95-92CF-47EF-8BF0-24E26C7B1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142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EE0F2F-2E15-4009-8C1C-37A246756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70454-D0FC-4C8D-95A7-35E81A6C8CA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4FECE9-CC98-4E81-B6A9-623AD33FA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3B8AF0-6806-4363-A27C-3F824894F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5AD95-92CF-47EF-8BF0-24E26C7B1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404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54E6-817C-4F99-9225-C2B71FBE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30F01-3DFA-4823-8007-577C11C4B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9E15E-3E24-4595-B6A4-270CBABBB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AE6F0-D9E0-4844-88B3-08FCEE3C9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70454-D0FC-4C8D-95A7-35E81A6C8CA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4054D6-15A4-4B72-A347-7736B22C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288115-14A6-4334-83D2-4C0DEAA70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5AD95-92CF-47EF-8BF0-24E26C7B1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842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604FA-2AF7-4853-8BA7-BC90AC061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723638-82EC-4B8F-BCB3-41FDDE86C6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697999-95C7-42D7-9643-E663191BF2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50DF67-A215-4481-A20A-0376893C5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70454-D0FC-4C8D-95A7-35E81A6C8CA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51FF8-B3D9-4932-B2BE-C147ADC99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48808-D66E-44ED-98F3-18DCDCC3A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5AD95-92CF-47EF-8BF0-24E26C7B1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48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75CA2-67F1-4880-95CB-01FE00750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71E73-892A-4D87-A3E3-8EBDE6C613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EEA4C-AF2A-4D88-BB51-B91C73854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70454-D0FC-4C8D-95A7-35E81A6C8CA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4B8DA-8AE7-4584-99DF-7931D3DF1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4F3EF-9697-432B-87B8-1FECC5E9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5AD95-92CF-47EF-8BF0-24E26C7B1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826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03994-67E6-4D59-A675-45C1CD5179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AFFDA1-E53E-4066-9DEE-540E6D90B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8B01E-9ACB-4C56-8E7E-2F8325D22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770454-D0FC-4C8D-95A7-35E81A6C8CA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2EB06F-E799-4C38-B3B1-B2B35F93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9CE98-4542-4729-9F76-72F914720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5AD95-92CF-47EF-8BF0-24E26C7B1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1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93EC77-86E9-426E-BB3E-55207B976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58E737-6406-4A35-B860-5931A4C92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37449-3253-4862-9A19-1F4BA19929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770454-D0FC-4C8D-95A7-35E81A6C8CA0}" type="datetimeFigureOut">
              <a:rPr lang="en-IN" smtClean="0"/>
              <a:t>07-07-2026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FA825-FBAE-4B77-ACDE-508FCF75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550B2-F620-4CC8-9152-FF11F043A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B5AD95-92CF-47EF-8BF0-24E26C7B10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8316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7E1B90-FFF7-4B49-8757-8E53B1877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9DD570-F7A6-48C7-B89D-16B5AFE725F5}"/>
              </a:ext>
            </a:extLst>
          </p:cNvPr>
          <p:cNvSpPr txBox="1"/>
          <p:nvPr/>
        </p:nvSpPr>
        <p:spPr>
          <a:xfrm>
            <a:off x="357809" y="1921564"/>
            <a:ext cx="75626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/>
              <a:t>Interior &amp; Elevation Option II</a:t>
            </a:r>
            <a:endParaRPr lang="en-IN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2B954-DCCE-447D-BD14-C6B58A1FF3DA}"/>
              </a:ext>
            </a:extLst>
          </p:cNvPr>
          <p:cNvSpPr txBox="1"/>
          <p:nvPr/>
        </p:nvSpPr>
        <p:spPr>
          <a:xfrm>
            <a:off x="616225" y="2752561"/>
            <a:ext cx="4470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Mr. Ram </a:t>
            </a:r>
            <a:r>
              <a:rPr lang="en-US" dirty="0" err="1"/>
              <a:t>kumars’villa</a:t>
            </a:r>
            <a:r>
              <a:rPr lang="en-US" dirty="0"/>
              <a:t> @ M</a:t>
            </a:r>
            <a:r>
              <a:rPr lang="en-IN" b="0" i="0" dirty="0" err="1">
                <a:effectLst/>
                <a:latin typeface="Google Sans"/>
              </a:rPr>
              <a:t>adagadipet</a:t>
            </a:r>
            <a:endParaRPr lang="en-IN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30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15" b="-12785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13484" y="2546564"/>
            <a:ext cx="9365033" cy="1030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4"/>
              </a:lnSpc>
            </a:pPr>
            <a:r>
              <a:rPr lang="en-US" sz="631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Informal Living Room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9E95C7-0499-45FB-9FB0-EA0E478DC3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8D61B1-32CB-471C-B688-700491D9A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F0A82F8-8280-44CC-8F0B-B4C2F4B8BA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497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923A20-17F6-49FD-B2CA-0E1C96106E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A54822-37B9-4ACB-BCB6-AF9F182CD6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65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4346AC-378E-4BDC-8212-A23BAAF783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4919BB-87DF-495C-A335-B3E3ED83C9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870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A4930D-3C3B-4E00-9CB3-FB7551943B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F53C3C6-923F-4482-88F6-0A1D1FF55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10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15" b="-12785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413484" y="2546564"/>
            <a:ext cx="9365033" cy="1030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34"/>
              </a:lnSpc>
            </a:pPr>
            <a:r>
              <a:rPr lang="en-US" sz="631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Master Bed Room 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A346D2-6FA4-4BDD-94B4-78FAB2CA1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72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518AF9-F802-4475-8ABC-2ED41BE13D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5899E57-052C-4EB5-A14A-3C3646AF6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6417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6B0BF9-3C84-4F50-8543-4E9BBC567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56D75B-90E3-4646-A933-E0651BA34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673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799C6D-8A5E-4882-9F24-05C2DB7F2F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15DADD-CF72-4BD7-B719-8FA924A126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224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B6E1FC-4800-4CBC-B114-7463D649E8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35C06F2-9E22-4FB7-883A-9D5FCCC644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977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587D80-6DB7-475D-95DB-CD899AB60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5E989D-CD77-41FB-9CC6-7BB800393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414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4B0345-17AF-4A6E-A1AC-B1D5780D35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037470-7546-436F-9D75-39D0FAD96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994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3BE915-314D-46AD-B46F-4CC6AD0E0F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C4431C-82F7-4BBD-A1DF-7A23A08D8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375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7AA1D1-681A-4C4C-B441-C86BC40A07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FC3439-ED2B-4AB4-8E98-11E17BC2E2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225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29E5975-71BE-48BA-A150-0DCC1F5BF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9D30D78-DDF0-45DB-8578-AF82DB6B57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14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87C8B2-A5DD-4BC5-9A80-B2EC33E02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16AC46E-BAAE-4E0A-9954-4E0CE5DCA6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53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E89A07-8DA6-42D8-A10A-94D1ADA97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570C35-1B67-4585-BA7E-7880108D8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444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90AA2F-53EB-4DD9-B6B2-7FFE37B748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E7B98E-7F02-4793-9C72-DB8151248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87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018CD5-ADF9-4BA2-B854-FC0E5B4E9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119663-F340-4B44-AE8E-30886C637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9422" y="0"/>
            <a:ext cx="1682578" cy="65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278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5E9EC7-1CF9-4AC6-9665-00EF361F7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676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20</Words>
  <Application>Microsoft Office PowerPoint</Application>
  <PresentationFormat>Widescreen</PresentationFormat>
  <Paragraphs>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Google Sans</vt:lpstr>
      <vt:lpstr>Horizon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desktop</dc:creator>
  <cp:lastModifiedBy>desktop</cp:lastModifiedBy>
  <cp:revision>4</cp:revision>
  <dcterms:created xsi:type="dcterms:W3CDTF">2025-12-23T10:29:19Z</dcterms:created>
  <dcterms:modified xsi:type="dcterms:W3CDTF">2026-07-06T20:41:21Z</dcterms:modified>
</cp:coreProperties>
</file>